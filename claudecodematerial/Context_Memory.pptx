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Context &amp; Memory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starts fresh every session — here is how to fix that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Series — GitHub Copilot Chat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Truth About Claude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040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you start a new conversation, Claude has zero memory of everything before. What you give Claude in this conversation is all it knows. Context is not a nice-to-have — it is everything.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Context vs With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writes JavaScript when you use TypeScript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uses callbacks instead of async/await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suggests packages you do not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misses your team's error handling standards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copilot-instructions.md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writes TypeScript automatically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uses async/await every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only uses existing packages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always follows your error handling pattern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Put in copilot-instructions.md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stack: language, framework, database, authentication method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standards: always use async/await, always use TypeScript, etc.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structure: where routes live, where utils live, etc.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commands: how to run tests, start dev server, run migrations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Rules: never suggest new packages without asking, always handle errors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— Set Up Permanent Memory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file: .github/copilot-instructions.md in your project root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project stack section: Node.js + Express + TypeScript + Prisma + PostgreSQL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coding standards: async/await only, TypeScript always, try/catch required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common commands: npm test, npm run dev, npx prisma migrate dev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fresh Copilot Chat conversation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Claude to add a new endpoint — watch it follow your standards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Management Within a Session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 is getting very long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a new focused conversation for the next task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on a completely different 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a fresh conversation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seems confused or going off track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context and restart with better instructions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Claude to always remember something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it to copilot-instructions.md permanently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— Context Strategy for a Big Feature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42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4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copilot-instructions.md is already set up — Claude knows your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4838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733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2153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1: Design the database schema — attach #file:schema.prisma only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12750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247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2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065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2: Build the auth routes — attach #file:routes/auth.js only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15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31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7977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3: Write the tests — attach #file:tests/auth.test.js only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28574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1071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35889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each conversation focused on one concern — avoid mixing tasks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386486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8983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89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938016"/>
            <a:ext cx="7955280" cy="505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starts fresh but copilot-instructions.md keeps Claude aligned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Claude has zero memory between conversations — this is by design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copilot-instructions.md = permanent memory that loads every session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Include: stack, standards, folder structure, commands, rules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Keep conversations focused — start fresh for unrelated tasks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Next: Skills — task-specific playbooks Claude loads automatically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video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2026-03-31T02:49:11Z</dcterms:created>
  <dcterms:modified xsi:type="dcterms:W3CDTF">2026-03-31T02:49:11Z</dcterms:modified>
</cp:coreProperties>
</file>