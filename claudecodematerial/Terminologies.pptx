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Terminologies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terms that make everything else make sense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 Core Terms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Line Definition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unit Claude reads and generates — roughly 1 token = 4 characters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Window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Claude's working memory — everything it can see right now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Haiku (fast), Sonnet (balanced ✅), Opus (complex)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CLAUDE.md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 memory file Claude reads every session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Slash Commands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shortcuts like /help /clear /model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Claude does automatically vs what needs your approval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Tokens — What You Need to Know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 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token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Hello, how are you?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words (1 page)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~1,000 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lines of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~3,000–5,000 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Models — Choose the Right One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Simple, fast 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coding 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 — use this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reasoning problems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when Sonnet struggles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 — Permanent Memory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markdown file in your project root Claude reads every session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Copilot Chat: .github/copilot-instructions.md does the same thing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Put: project stack, coding standards, folder structure, common commands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it: Claude starts fresh and guesses at your standards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it: Claude knows your project instantly every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Slash Commands — Quick Reference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/help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all available commands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Clears the conversation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between Claude models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/compact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Summarizes conversation to save context 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— All 6 Terms in One Session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a request — Claude breaks it into tokens (Tokens)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your message + files + history (Context Window)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processes the request (Model)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your .github/copilot-instructions.md (CLAUDE.md)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/compact when conversation gets long (Slash Command)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asks before running terminal commands (Permissions)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Tokens = the unit of AI — shorter prompts are faster and cheaper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Context Window = working memory — Claude forgets when it fills up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Sonnet is the recommended model for this entire series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CLAUDE.md gives Claude permanent project knowledge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how to write prompts that get great results every 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