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Introduction &amp; Setup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EC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Claude Code is and why every developer needs 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389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Series — GitHub Copilot Chat Demo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Claude Code?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AI-powered coding agent built by Anthropic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directly inside your development environment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your codebase, edits files, and runs commands autonomously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in terminal, VS Code, desktop app, and browser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series: demonstrated via GitHub Copilot Chat with Claude as the model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Claude Code? — Key Benefits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ACTS on your codebase — not just suggests changes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Understands your entire project, not just one file at a time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complex multi-step tasks autonomously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developers more productive and more full-stack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Non-developers can also use it to build real solutions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Claude Code Can Do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means for you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Reads files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understands your full codebase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Edits files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makes changes directly — no copy-paste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Runs commands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executes tests, installs packages, runs scripts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Multi-step tasks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plans and executes complex workflows autonomously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Example — Fix a Bug with Claude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423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4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04241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GitHub Copilot Chat (Ctrl+Shift+I) in VS Code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54838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7335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73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62153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Claude from the model picker at the top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212750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5247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252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20065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your file: type #file:auth.py in the chat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4320" y="270662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83159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831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277977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'This function throws a KeyError on line 12. Fix it without changing the function signature'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74320" y="328574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41071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410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35889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reads the file, finds the bug, and fixes it directly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74320" y="386486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98983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989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393801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diff — accept or request further changes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Setup — Step by Step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423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4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04241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VS Code from code.visualstudio.com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54838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7335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73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62153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GitHub Copilot extension from VS Code marketplace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212750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5247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252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20065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GitHub Copilot Chat extension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4320" y="270662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83159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831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277977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with GitHub account (Copilot Pro plan required for Claude)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74320" y="328574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41071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410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35889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Copilot Chat (Ctrl+Shift+I) → click model picker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74320" y="386486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98983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989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393801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Claude Sonnet → you are ready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412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Claude Code is an AI agent — not just a chatbot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It reads, edits files and runs commands autonomously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We use GitHub Copilot Chat to demonstrate all concepts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Setup: install Copilot Chat → select Claude as model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Next: the 6 core terminologies you must know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C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video →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2026-03-31T02:49:11Z</dcterms:created>
  <dcterms:modified xsi:type="dcterms:W3CDTF">2026-03-31T02:49:11Z</dcterms:modified>
</cp:coreProperties>
</file>