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Prompting for Developers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EC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techniques that get Claude to do exactly what you want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Series — GitHub Copilot Chat 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Technique 1 — Be Specific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840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Vague Prompt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my code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validation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faster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4023360" cy="3840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Specific Prompt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KeyError in auth.py line 12 without changing the signature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email format + name length validation to POST /users in routes/users.js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getUserOrders() — it has N+1 queries, use a single Prisma JOIN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#file:auth.js for bugs, security issues and missing error handling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Technique 2 — Give Claude a Role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a senior Python developer doing a production code review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a security expert auditing this authentication flow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a database architect reviewing this schema for performance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a TypeScript expert helping migrate this JavaScript codebase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Combine role + specific request for best results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Technique 3 — Use Context References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#file:main.py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Attaches a specific file to the conversation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#selection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Attaches the code you have highlighted in the editor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@workspace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Gives Claude access to your entire codebase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@terminal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Lets Claude run and read real terminal output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Technique 4 — Ask for Structured Output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52144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52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42416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Claude the exact format you want before it responds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847088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'Respond in this format: ## Issues Found / ## Suggested Fixes / ## Verdict'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5420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432304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makes responses scannable and copy-paste ready for PRs and tickets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3054096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236976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12724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for code reviews, bug reports, documentation, summaries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374904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931920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82219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will follow your format consistently every time you ask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Technique 5 — Chain Your Prompts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52144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52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42416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1: 'Explain what this function does in plain English' — understand first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847088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2: 'Now identify any potential bugs or edge cases' — diagnose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5420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432304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3: 'Now rewrite the function with those issues fixed' — fix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3054096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236976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12724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4: 'Now write Jest tests covering happy path and edge cases' — test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374904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931920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82219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step builds on the last — you control the quality at every stage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Example — Add Error Handling to an 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52144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52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42416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the file: #file:routes/users.js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847088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role: 'You are a senior Node.js developer'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5420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432304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specific: 'The createUser function has no error handling. Add try/catch, validate inputs, return proper HTTP status codes'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3054096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236976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12724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structure: 'Show the updated function with inline comments explaining each change'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374904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931920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82219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Chain: 'Now write a Jest test covering the validation error cases'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Be specific — mention file, function, exact problem, constraints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Give Claude a role — it changes how Claude thinks about the problem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Use #file, #selection, @workspace instead of copy-pasting code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Ask for structured output to get consistent, usable responses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Chain prompts — break big tasks into controlled steps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video →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2026-03-31T02:49:11Z</dcterms:created>
  <dcterms:modified xsi:type="dcterms:W3CDTF">2026-03-31T02:49:11Z</dcterms:modified>
</cp:coreProperties>
</file>