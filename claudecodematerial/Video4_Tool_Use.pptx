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Use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EC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Claude goes from talking about code to actually working on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Series — GitHub Copilot Chat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Tool Use?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 is what makes Claude an agent — not just a chatbot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suggesting changes, Claude actually makes them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reads files, writes files, runs commands, searches codebases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Copilot Chat: tools are available via @terminal, @vscode, @github, #file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decides which tool to use — you just describe the task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Built-in Tools in Copilot Chat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to Use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Claude Can 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@terminal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@terminal before request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commands, install packages, execute tests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@vscode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@vscode before request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files, navigate errors, control editor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@github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@github before request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repos, find issues, check PRs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#file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#file:filename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and understand specific files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@workspace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@workspace before request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and understand entire codebase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Tool Use Works — Under the Hood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42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4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ask Claude: '@terminal run my tests and tell me what failed'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4838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7335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2153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decides to use the terminal tool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12750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247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52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20065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runs: npm test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15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31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77977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reads the actual output — not a guess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28574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1071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35889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explains what failed and why — based on real error messages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386486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898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89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9380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suggests a fix based on what it actually saw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1 — Fix a Failing Test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42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4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Copilot Chat in VS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4838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7335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2153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'@terminal run npm test and tell me what failed'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12750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247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52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20065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runs the tests and reads the actual error output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15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31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77977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'#file:tests/auth.test.js the test on line 34 is failing. Fix the implementation'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28574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1071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35889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reads both test file and implementation, then fixes the code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386486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898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89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9380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'@terminal run npm test again to confirm it passes'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2 — Search and Refactor Codebase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42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4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'@workspace find all files that use console.log'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4838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7335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2153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searches your entire codebase and lists every occurrence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12750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247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52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20065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'Replace all console.log calls with the logger from utils/logger.js'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15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31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77977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reads the logger utility, then updates every file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28574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1071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35889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all changes in VS Code source control diff view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386486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898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89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9380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changes file by file — never accept blindly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 — Always Review Changes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7040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review the diffs Claude makes before accepting — especially when Claude edits multiple files. Use VS Code's source control panel to see exactly what changed in each file.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Tool use is what makes Claude an agent — it acts, not just answers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@terminal lets Claude run real commands and read real output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@workspace lets Claude search your entire codebase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#file gives Claude precise context about specific files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Always review diffs — especially multi-file changes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video 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2026-03-31T02:49:11Z</dcterms:created>
  <dcterms:modified xsi:type="dcterms:W3CDTF">2026-03-31T02:49:11Z</dcterms:modified>
</cp:coreProperties>
</file>