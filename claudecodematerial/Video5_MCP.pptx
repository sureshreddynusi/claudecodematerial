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 — Model Context Protocol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" y="26517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ECA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Claude to databases, APIs, GitHub, and the outside world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389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Series — GitHub Copilot Chat Demo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Without MCP vs With MCP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840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Without MCP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only knows what you type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copy-paste data into chat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guesses at external context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to files in your project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914400"/>
            <a:ext cx="4023360" cy="3840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960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With MCP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46304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queries your real database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fetches data from APIs directly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reads live GitHub issues and PRs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accesses Notion, Slack, Jira and more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USB Analogy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💡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1280160"/>
            <a:ext cx="7040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is like a USB standard for AI. Just like any USB device plugs into any computer — any MCP server plugs into Claude. No custom integration needed. One standard, infinite connections.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to Connect an MCP Server — Step by Step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423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4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04241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VS Code Settings (Ctrl+,)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54838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67335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673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62153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for 'MCP' in the settings search bar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" y="212750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25247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252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220065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'Edit in settings.json'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74320" y="270662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83159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831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277977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the MCP server config block with command, args, and env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74320" y="328574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41071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410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335889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settings.json and restart VS Code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274320" y="386486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98983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989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393801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Copilot Chat — Claude now has access to that tool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Popular MCP Servers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6576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MCP Server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Connects 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Case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Brave Search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web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Search for docs, news, examples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GitHub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Your repos and issues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 PRs, issues, and code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PostgreSQL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Your database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Query and analyze real data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Your Notion workspace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 and write pages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Filesystem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Your local files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 files outside your project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Example 1 — Web Search MCP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52144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52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042416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the Brave Search MCP server via VS Code settings.json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664208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847088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847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737360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Copilot Chat and type: 'Search the web for the latest Prisma v6 migration guide'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" y="2359152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54203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2432304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uses the web search tool and fetches real current results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74320" y="3054096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236976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236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3127248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summarizes findings and gives you actionable migration steps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74320" y="374904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931920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931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3822192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browser tab switching — Claude brings the web to you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Example 2 — GitHub MCP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52144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52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042416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the GitHub MCP server with your GitHub personal access token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664208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847088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847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737360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Type: 'List all open bug issues in my repo and rank them by severity'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" y="2359152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54203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2432304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fetches real issue data from your actual GitHub repository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74320" y="3054096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236976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236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3127248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analyzes, prioritizes and explains each issue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74320" y="374904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931920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931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3822192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Type: 'Start fixing the highest priority bug' — Claude reads the issue and begins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84124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MCP connects Claude to the outside world — databases, APIs, tools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Think USB standard for AI — any MCP server plugs into Claude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Connect via VS Code settings.json — restart VS Code after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Popular servers: Brave Search, GitHub, PostgreSQL, Notion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Next: sub-agents — create specialists Claude delegates to automatically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CA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video →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2026-03-31T02:49:11Z</dcterms:created>
  <dcterms:modified xsi:type="dcterms:W3CDTF">2026-03-31T02:49:11Z</dcterms:modified>
</cp:coreProperties>
</file>