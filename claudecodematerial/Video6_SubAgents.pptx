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Sub-Agents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specialists — Claude delegates to them automatically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Specialist Analogy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 are like hiring specialists for a project. You have one project manager (main Claude) and multiple specialists (sub-agents). The project manager decides who handles each task — automatically, based on what you ask.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Sub-Agents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 a .md file in .claude/agents/ with a name and description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make a request in Copilot Chat, Claude reads all sub-agents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matches your request to the best matching sub-agent description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delegates the task to that specialist automatically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sub-agent handles it with its own focused instructions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comes back to you — cleanly structured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Creating a Sub-Agent 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.claude/agents/your-agent-name.md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field 1: name — the identifier for the agent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field 2: description — tells Claude WHEN to use this agent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--- separator: the agent's instructions (its skill)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it — just a markdown file with 2 required fields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Weak vs Strong Descriptions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Weak 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Strong 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Reviews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this agent when you need a code review focusing on bugs, security, performance and readability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this agent when you need to write unit tests for any function, class, or API endpoint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this agent when you need JSDoc comments or README docs for any function or module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— Code Reviewer Sub-Agent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file: .claude/agents/code-reviewer.md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name: code-reviewer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description: Use this agent when you need a thorough code review focusing on bugs, security, performance and readability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reviewer instructions below the --- separator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in Copilot Chat: 'Review this function for issues #file:auth.js'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automatically delegates to code-reviewer — structured review every time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— Test Writer Sub-Agent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file: .claude/agents/test-writer.md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name: test-writer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description: Use this agent when you need to write unit tests for any function, class, or API endpoint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testing instructions: use Jest, cover happy path + edge cases + error cases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'Write tests for the createUser function in #file:users.js'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delegates to test-writer — consistent, well-structured Jest tests every time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Sub-agents are specialists Claude delegates to automatically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Created as .md files in .claude/agents/ with name + description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 description field is critical — it tells Claude when to delegate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Write description as: 'Use this agent when...' — be specific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Next: context and memory — how to give Claude permanent knowledge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