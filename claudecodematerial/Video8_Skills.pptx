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Skills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once — Claude follows automatically when the task matches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Series — GitHub Copilot Chat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vs CLAUDE.md vs Sub-Agents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it loads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CLAUDE.md / copilot-instructions.md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Always-on project memory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single session automatically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(SKILL.md)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Task-specific playbook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Claude detects a matching task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Sub-Agent (.md)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 worker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Claude delegates a specific task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Recipe Analogy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7040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= kitchen rules (always apply). Skill = the recipe (used when cooking that dish). Sub-agent = the chef (follows the recipe and kitchen rules to cook).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Creating a Skill — File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.claude/skills/your-skill-name/SKILL.md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is the required file — it contains name, description, and instructions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add supporting files like checklist.md or examples.md in same folder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loads only SKILL.md initially — reads supporting files if instructions reference them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SKILL.md focused — move large reference material to supporting files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1 — Code Reviewer Skill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folder: .claude/skills/code-reviewer/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file: .claude/skills/code-reviewer/SKILL.md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name: code-reviewer and a clear description of when to use it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review playbook: Step 1 Read, Step 2 Check, Step 3 Format the review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Copilot Chat and type: 'Can you review this function? #file:auth.js'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detects it is a review task → loads skill → follows your exact playbook automatically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2 — Documentation Skill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folder: .claude/skills/doc-writer/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SKILL.md with name: doc-writer and description about JSDoc generation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playbook: always generate @description, @param, @returns, @throws, @example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style rules: plain English, under 2 sentences, copy-paste ready examples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'Add JSDoc comments to all functions in #file:utils.js'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loads doc-writer skill automatically — consistent docs every time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Best Practices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This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description as 'Use this skill when...'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Helps Claude decide exactly when to trigger 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SKILL.md focused and short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loading, more precise instructions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large reference material in supporting files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Keeps context lean — only loads when needed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skill per task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Prevents confusion and conflicting instructions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 skills as your standards evolve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They are just markdown — easy to maintain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Skills are playbooks Claude loads automatically when the task matches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Live in .claude/skills/skill-name/SKILL.md — just a markdown file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Skills vs CLAUDE.md: CLAUDE.md always loads, skills load when relevant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Skills vs Sub-Agents: skills are instructions, sub-agents are workers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Next: put everything together — build the full agent in Video 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video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2026-03-31T02:49:11Z</dcterms:created>
  <dcterms:modified xsi:type="dcterms:W3CDTF">2026-03-31T02:49:11Z</dcterms:modified>
</cp:coreProperties>
</file>